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35"/>
  </p:normalViewPr>
  <p:slideViewPr>
    <p:cSldViewPr snapToGrid="0">
      <p:cViewPr varScale="1">
        <p:scale>
          <a:sx n="105" d="100"/>
          <a:sy n="105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0F97-2455-0F9E-7096-0A274CBBC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CBC994-0DAD-F1B5-796E-F429C73DA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2E65F-480E-2242-C738-ABE1EF3E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B5241-A808-31E5-8180-31DEF062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BD6C8-6A9E-E640-BE01-D026D612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78460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7B7DE-0FE7-7E61-019C-192DFECB5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4C964-15C6-C388-4F1D-E6DD5232A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C23F-B2FD-EC3D-A1B5-C0066873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CC31B-9B65-D471-C85C-6B343C10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ADA7D-B33F-B72A-20C7-5F66BF88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3811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671B-4CF6-5268-7A52-F8607ACFB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913E8-C941-FE28-572C-0F2E65A1A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9C835-C3BA-7522-A5C7-F515CC01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248DD-9D9E-7E7B-7152-93999231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43EEC-4491-34C5-F8EE-A527FF3D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813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6D76-1D5F-013C-69E5-B8728F343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B83E-1DC3-5F5A-F591-08566B4BB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03C50-2F16-6F8C-5081-67D9C044A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F967D-896E-9DDC-0B0C-56E09B167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01BE5-259A-49AE-AD04-88A5DDB1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5CAE5-01D2-D24C-F33F-F9768631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595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3D38-78F9-EF6F-DBDA-BF7EF597A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2524-BC87-FFE3-963B-1332F90A4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189D5-EDA5-C63C-29CD-1EB536D0E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D63856-9493-E9DF-7709-13CC5DE67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DCAC46-C7F2-98B4-CB5D-67A7F7171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4BD11-DE72-CFE2-2C75-D24A07D4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A4764D-7DAD-E5BE-9F89-03D87203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B9B983-48CD-A511-B011-5976D7B3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7942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457F4-18EA-EFB1-DC30-8D92752A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585E4-3A11-9464-BB44-6604858E8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9BCEA-4BDB-1E21-4A38-3CB56341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13C453-EAC0-6C8E-CAA4-B50A4986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1450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C6AFE-FCA7-78B6-337F-B14203E9B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F353EB-F131-D59A-8653-DF1BF566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E8B98-A554-1619-CD9C-93AD0FE0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980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6774-6F91-27F7-D542-FFD1781F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49DDD-952E-2AE4-6F66-623EB7F9B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CF4F0-C5A5-D5D1-6156-E043D8AF4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2D286-AC6F-8395-0A17-046DFFA0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AEDB0-1859-18C5-C10B-64F8DADB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BC679-45BA-D401-6C1D-6A4E3047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6789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6312-C49B-A278-0C03-A58B9B25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170607-74D3-3F5E-8E13-E382D0789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E4672-3F08-B79D-7053-70888FB72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B21A1-9081-7BFC-36AA-962494D9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0997F-B809-491D-9863-9CEBEA790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95CB-3B1F-79C2-54B5-FB0B58E4C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14508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08C11-3B56-8F21-0FB5-7BFB968F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A12AB-3FCA-F369-C163-E1387B819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3466D-F014-42AD-7AE1-22F8F695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9BE5C-CCD7-8FA4-C999-2DB9F692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BC1EC-E98D-B5A0-81DD-AC2CF263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4143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DFFF5-454F-A166-90E3-EAE9F2442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7D4BA-5A29-FE40-4CFE-A49D68884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D332-3FA1-3E42-BBE7-B80450A36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EE3CB-7EB9-EF4B-6AF1-C7B899B7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AA8D9-676F-F07D-D9CD-687B2C2A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269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C0FA84-B1F6-133A-8847-98119E28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11AB-52B0-47EF-D5F7-7BBE743B4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32A76-F9BA-1C32-4686-C966F87BA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2B6DF-C165-6F47-8032-2D1B5BC52163}" type="datetimeFigureOut">
              <a:rPr lang="en-IL" smtClean="0"/>
              <a:t>22/08/2026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34C2C-AD4D-A7F4-AFF9-6742FEDAE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8EE9-2615-AC44-0066-00C6295D4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3892FE-CE26-AD4F-9017-831DA6163B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532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B5FE1C9-9D63-477F-775B-788956089088}"/>
              </a:ext>
            </a:extLst>
          </p:cNvPr>
          <p:cNvGrpSpPr/>
          <p:nvPr/>
        </p:nvGrpSpPr>
        <p:grpSpPr>
          <a:xfrm>
            <a:off x="658051" y="688903"/>
            <a:ext cx="10875898" cy="5514522"/>
            <a:chOff x="658051" y="688903"/>
            <a:chExt cx="10875898" cy="551452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3E6871-1592-813E-E234-3443108FF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9995"/>
            <a:stretch>
              <a:fillRect/>
            </a:stretch>
          </p:blipFill>
          <p:spPr>
            <a:xfrm>
              <a:off x="658051" y="710481"/>
              <a:ext cx="4521837" cy="282593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0CC581-9BA1-1FE3-9B4E-6CC8056F0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0601"/>
            <a:stretch>
              <a:fillRect/>
            </a:stretch>
          </p:blipFill>
          <p:spPr>
            <a:xfrm>
              <a:off x="5585043" y="688903"/>
              <a:ext cx="4521838" cy="28475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EA071F-8CB7-FCF7-CE4C-EA52B6BBB650}"/>
                </a:ext>
              </a:extLst>
            </p:cNvPr>
            <p:cNvSpPr txBox="1"/>
            <p:nvPr/>
          </p:nvSpPr>
          <p:spPr>
            <a:xfrm>
              <a:off x="675036" y="756946"/>
              <a:ext cx="2856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379711-4A17-98A6-DE90-BAF5170EE5A7}"/>
                </a:ext>
              </a:extLst>
            </p:cNvPr>
            <p:cNvSpPr txBox="1"/>
            <p:nvPr/>
          </p:nvSpPr>
          <p:spPr>
            <a:xfrm>
              <a:off x="5672419" y="756946"/>
              <a:ext cx="2856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0B69622-B4DF-383D-62B3-55F33DEFA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9015"/>
            <a:stretch>
              <a:fillRect/>
            </a:stretch>
          </p:blipFill>
          <p:spPr>
            <a:xfrm>
              <a:off x="675036" y="3429001"/>
              <a:ext cx="4504852" cy="275004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C1B5D9C-223A-14E6-E523-2A4F05BD2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18989"/>
            <a:stretch>
              <a:fillRect/>
            </a:stretch>
          </p:blipFill>
          <p:spPr>
            <a:xfrm>
              <a:off x="5488832" y="3378051"/>
              <a:ext cx="4629733" cy="282537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CA1C36-4C7E-DE7D-F3CF-EE9E9DAEB9DA}"/>
                </a:ext>
              </a:extLst>
            </p:cNvPr>
            <p:cNvSpPr txBox="1"/>
            <p:nvPr/>
          </p:nvSpPr>
          <p:spPr>
            <a:xfrm>
              <a:off x="675036" y="3581534"/>
              <a:ext cx="259074" cy="333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IL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C88946-A0BE-59F9-9444-030122CB2FC5}"/>
                </a:ext>
              </a:extLst>
            </p:cNvPr>
            <p:cNvSpPr txBox="1"/>
            <p:nvPr/>
          </p:nvSpPr>
          <p:spPr>
            <a:xfrm>
              <a:off x="5685728" y="3581534"/>
              <a:ext cx="259074" cy="333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0B1FA68-FC76-A301-C31B-E5C14F3A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9056" t="24333" b="40879"/>
            <a:stretch>
              <a:fillRect/>
            </a:stretch>
          </p:blipFill>
          <p:spPr>
            <a:xfrm>
              <a:off x="10166242" y="956023"/>
              <a:ext cx="1367707" cy="11358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435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757308B-00EC-A650-F254-E04D691162AC}"/>
              </a:ext>
            </a:extLst>
          </p:cNvPr>
          <p:cNvGrpSpPr/>
          <p:nvPr/>
        </p:nvGrpSpPr>
        <p:grpSpPr>
          <a:xfrm>
            <a:off x="849442" y="1896255"/>
            <a:ext cx="10887857" cy="3065489"/>
            <a:chOff x="849442" y="1896255"/>
            <a:chExt cx="10887857" cy="306548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8B82D5-8C65-F759-6D60-84DCC81B4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9442" y="1896256"/>
              <a:ext cx="5921116" cy="296055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052018-98CF-B1E1-4A69-117C2AB42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8989"/>
            <a:stretch>
              <a:fillRect/>
            </a:stretch>
          </p:blipFill>
          <p:spPr>
            <a:xfrm>
              <a:off x="6770558" y="1896255"/>
              <a:ext cx="4966741" cy="306548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679540-2D16-2FD2-FCE0-3B73B2FDACA4}"/>
                </a:ext>
              </a:extLst>
            </p:cNvPr>
            <p:cNvSpPr txBox="1"/>
            <p:nvPr/>
          </p:nvSpPr>
          <p:spPr>
            <a:xfrm>
              <a:off x="1117599" y="2046514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7DC414-C6E8-E272-1FEB-B26355D37FBE}"/>
                </a:ext>
              </a:extLst>
            </p:cNvPr>
            <p:cNvSpPr txBox="1"/>
            <p:nvPr/>
          </p:nvSpPr>
          <p:spPr>
            <a:xfrm>
              <a:off x="6320971" y="2046514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954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6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Erdinast</dc:creator>
  <cp:lastModifiedBy>Tal Erdinast</cp:lastModifiedBy>
  <cp:revision>3</cp:revision>
  <dcterms:created xsi:type="dcterms:W3CDTF">2026-08-18T08:40:46Z</dcterms:created>
  <dcterms:modified xsi:type="dcterms:W3CDTF">2026-08-22T11:29:02Z</dcterms:modified>
</cp:coreProperties>
</file>