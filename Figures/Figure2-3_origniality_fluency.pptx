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44"/>
    <p:restoredTop sz="94662"/>
  </p:normalViewPr>
  <p:slideViewPr>
    <p:cSldViewPr snapToGrid="0">
      <p:cViewPr varScale="1">
        <p:scale>
          <a:sx n="104" d="100"/>
          <a:sy n="104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00CEF-8E80-753B-1AC4-7BC7E252B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5CCCF-D021-5C75-5989-02A5A15C8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5D082-3CB9-BC97-0098-1CBFD11E8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92A43-46C2-F422-1C4F-7DBBD9EA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11CF7-921D-672C-3FDB-306A13BDC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0480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CDD7-FC30-CA64-723D-60219DCAB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F4708-E626-297D-4FFE-382CA1859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DFA30-5305-0B82-43E5-6A170A67C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F2D71-E1C3-5FCB-9D23-A05F9FE6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0D28C-557B-ABA4-6FFF-2E7F9006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3000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1FEDD-31DA-8848-F2E4-234A4A6F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2D993-9798-C1C6-6EAC-D7FB16FB5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81DD3-00CD-4FA4-6CD1-B7E187772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8BB18-1B38-0B53-18A7-58387FC6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5F8A5-9C5B-5715-95F0-872A2E19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30656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87748-9554-E29B-A450-9A3F17AD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05EF2-BC51-364F-61B2-E0464C6A9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2E27A-0B19-1328-761F-3B206D1AB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83861-D90B-6535-E5C1-C9D0C8A68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B8882-AEFB-C6F3-F22D-1AFF9BEA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33C99-44A4-AD6F-A3A4-855F4506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263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2437B-8858-85CF-4FCF-F206F23DB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5CCE1-79D4-1806-2427-D9903CEEB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F1A9B-272C-24C0-283F-4A0EE4A4D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A8FD20-8BF2-0189-D56E-7B50AD310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3A7235-5409-9C2C-2808-2A4B5EED7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7D7A8B-60B7-2728-A044-86763255B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DBD616-22F3-1DE1-069D-DCF1E8D4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FB49A5-937D-12AC-45D7-D55E5B781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56543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8116-1DA8-8C9C-44BA-7421C076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5D5E7-A263-55E2-770C-548E62D2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B8EDB-128D-ECF9-C772-5C0700A7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6E3DA-F3BB-720A-C048-0F02C4FE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5533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3C762-A8F4-2169-F154-44C6E3D0F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86B169-62E0-E47B-0F8D-B45D7D1A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1B715-777E-F690-F981-E0EFF561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42009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85B88-5C7C-1BA8-2270-D50E5396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0DD58-BDD9-D127-98CC-5860C53E3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9118C-3545-E009-FDEE-0F9F56392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EF66C-B2C7-1A4D-3F73-D5B62E34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CF552-E2FA-AAD9-D7DB-693BAC81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B875C-B0DC-FEFF-F627-60C38AB92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293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8BC9-B1A0-BE7C-C056-FEC24F82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AF8B16-9663-3344-A714-50E19E5C46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D0763-FF2F-54E8-5A92-34234A33A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57BFC-7F80-BF1B-EF4A-C296757CC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9C2EA-1560-DEEA-613B-D90A12876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2BE22-7958-6246-5A25-D8F2399A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581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28C87-7F56-3A92-87CB-5CC906C86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0F6AA-EDB6-5967-F2CE-D02DF6BDB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14AC9-A80B-5709-7E10-BC58E7CC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BE2CF-F254-78EB-006D-33245ADC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6094F-949A-F107-B9AF-66851DB9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99503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8FE4B7-8D94-E6DD-6E01-2BD2583A42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1D054-B06B-8B71-5AC2-7E38BCB9D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80686-79B3-97C4-E045-CEBAC4F0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ECCF-3BAA-A9B9-D09A-28CFD6FA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6F159-C1CA-B23D-F1C1-FC32F3FB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235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0FE1E1-529D-D2FD-B593-A59AC1ED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3C2ED-96C6-FF5B-99FE-F004527FE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9767D-6835-1386-FC89-A9C4CF97A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2FBC7-1901-A54E-BCB8-65E11EA83DFB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2F255-34BF-1E35-0C13-3B5F716E3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39C44-DE28-51A2-E644-A0047CB9C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CBA84-9332-E74F-9F37-200C3B3D46F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910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164828C-B918-796B-E2E0-839D09B0E808}"/>
              </a:ext>
            </a:extLst>
          </p:cNvPr>
          <p:cNvGrpSpPr/>
          <p:nvPr/>
        </p:nvGrpSpPr>
        <p:grpSpPr>
          <a:xfrm>
            <a:off x="1167966" y="355458"/>
            <a:ext cx="10717382" cy="6479863"/>
            <a:chOff x="1167966" y="355458"/>
            <a:chExt cx="10717382" cy="647986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7515343-D194-CCC9-16F3-AFE8EAF9C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7743" y="484770"/>
              <a:ext cx="3313914" cy="276159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EFB5DE-D1CE-0AD9-8499-E947B7F22FA4}"/>
                </a:ext>
              </a:extLst>
            </p:cNvPr>
            <p:cNvSpPr txBox="1"/>
            <p:nvPr/>
          </p:nvSpPr>
          <p:spPr>
            <a:xfrm>
              <a:off x="1167967" y="355458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78483C0-499B-490A-46C9-B2419E025208}"/>
                </a:ext>
              </a:extLst>
            </p:cNvPr>
            <p:cNvSpPr txBox="1"/>
            <p:nvPr/>
          </p:nvSpPr>
          <p:spPr>
            <a:xfrm>
              <a:off x="1167967" y="3366216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8365FA4-C26D-00DE-CD3B-9B2760275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6005" b="24683"/>
            <a:stretch>
              <a:fillRect/>
            </a:stretch>
          </p:blipFill>
          <p:spPr>
            <a:xfrm>
              <a:off x="1316519" y="5133574"/>
              <a:ext cx="4141228" cy="170174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CCFA9FB-6687-5C79-742C-D46D14A1D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2123" b="24620"/>
            <a:stretch>
              <a:fillRect/>
            </a:stretch>
          </p:blipFill>
          <p:spPr>
            <a:xfrm>
              <a:off x="1545337" y="3366216"/>
              <a:ext cx="4405520" cy="156414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9DE8F7-CF5B-2233-9172-895D800E01EA}"/>
                </a:ext>
              </a:extLst>
            </p:cNvPr>
            <p:cNvSpPr txBox="1"/>
            <p:nvPr/>
          </p:nvSpPr>
          <p:spPr>
            <a:xfrm>
              <a:off x="1167966" y="5133574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29B60D-EDA0-956F-BC63-DDCEADBD545A}"/>
                </a:ext>
              </a:extLst>
            </p:cNvPr>
            <p:cNvSpPr txBox="1"/>
            <p:nvPr/>
          </p:nvSpPr>
          <p:spPr>
            <a:xfrm>
              <a:off x="6729599" y="355458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ctr" defTabSz="914400" rtl="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109664E-FB36-7E38-875B-CCD5D27A69DC}"/>
                </a:ext>
              </a:extLst>
            </p:cNvPr>
            <p:cNvSpPr txBox="1"/>
            <p:nvPr/>
          </p:nvSpPr>
          <p:spPr>
            <a:xfrm>
              <a:off x="6729599" y="3366216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639DCA1-CEB1-1414-3298-463EF6EC237B}"/>
                </a:ext>
              </a:extLst>
            </p:cNvPr>
            <p:cNvSpPr txBox="1"/>
            <p:nvPr/>
          </p:nvSpPr>
          <p:spPr>
            <a:xfrm>
              <a:off x="6729598" y="5133574"/>
              <a:ext cx="3773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r" defTabSz="914400" eaLnBrk="1" latinLnBrk="0" hangingPunct="1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IL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4996666-3E03-10E0-7C4C-51E501850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60345" y="438197"/>
              <a:ext cx="3369802" cy="280816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1351B53-11EC-F8AC-80A2-AF2824CFF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25581" b="26600"/>
            <a:stretch>
              <a:fillRect/>
            </a:stretch>
          </p:blipFill>
          <p:spPr>
            <a:xfrm>
              <a:off x="7460345" y="3519705"/>
              <a:ext cx="4425003" cy="141066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EC29A3A-E5BE-B1C9-74F1-BC733343F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24524" b="25952"/>
            <a:stretch>
              <a:fillRect/>
            </a:stretch>
          </p:blipFill>
          <p:spPr>
            <a:xfrm>
              <a:off x="7106969" y="5060991"/>
              <a:ext cx="4123465" cy="17017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5458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42AB798-CAA5-D978-32E4-D3451BB3EB8E}"/>
              </a:ext>
            </a:extLst>
          </p:cNvPr>
          <p:cNvGrpSpPr/>
          <p:nvPr/>
        </p:nvGrpSpPr>
        <p:grpSpPr>
          <a:xfrm>
            <a:off x="1384085" y="1738085"/>
            <a:ext cx="9909525" cy="4360425"/>
            <a:chOff x="1384085" y="1738085"/>
            <a:chExt cx="9909525" cy="43604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CD9F1BA-1BAF-1DDD-C89F-1B2694F47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5316" r="21399" b="15533"/>
            <a:stretch>
              <a:fillRect/>
            </a:stretch>
          </p:blipFill>
          <p:spPr>
            <a:xfrm>
              <a:off x="6241146" y="1738085"/>
              <a:ext cx="4370079" cy="216263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59AF78F-ACDB-D14D-33B2-84A558780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8673" r="21399" b="21458"/>
            <a:stretch>
              <a:fillRect/>
            </a:stretch>
          </p:blipFill>
          <p:spPr>
            <a:xfrm>
              <a:off x="1580775" y="1846941"/>
              <a:ext cx="4370081" cy="187234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1B9D82D-5D94-FE8E-2496-BAC3B621F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0811" b="15970"/>
            <a:stretch>
              <a:fillRect/>
            </a:stretch>
          </p:blipFill>
          <p:spPr>
            <a:xfrm>
              <a:off x="3925474" y="3900715"/>
              <a:ext cx="6003366" cy="219779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93D772-FE1C-3010-8F7E-4975DFB04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5453" t="31095" b="45932"/>
            <a:stretch>
              <a:fillRect/>
            </a:stretch>
          </p:blipFill>
          <p:spPr>
            <a:xfrm>
              <a:off x="9928840" y="2126343"/>
              <a:ext cx="1364770" cy="71845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0DE3A2E-C818-DD33-0884-354A9BF75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5453" t="31095" b="45932"/>
            <a:stretch>
              <a:fillRect/>
            </a:stretch>
          </p:blipFill>
          <p:spPr>
            <a:xfrm>
              <a:off x="4478726" y="2126343"/>
              <a:ext cx="1364770" cy="71845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C719B8-C584-DFF6-307A-88B9D80F5441}"/>
                </a:ext>
              </a:extLst>
            </p:cNvPr>
            <p:cNvSpPr txBox="1"/>
            <p:nvPr/>
          </p:nvSpPr>
          <p:spPr>
            <a:xfrm>
              <a:off x="1384085" y="1823084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C56639D-6ED2-0057-F5B5-3AFFEC93DCB0}"/>
                </a:ext>
              </a:extLst>
            </p:cNvPr>
            <p:cNvSpPr txBox="1"/>
            <p:nvPr/>
          </p:nvSpPr>
          <p:spPr>
            <a:xfrm>
              <a:off x="6466863" y="1823084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366946-8305-4C79-8247-D8DFB7F20F6E}"/>
                </a:ext>
              </a:extLst>
            </p:cNvPr>
            <p:cNvSpPr txBox="1"/>
            <p:nvPr/>
          </p:nvSpPr>
          <p:spPr>
            <a:xfrm>
              <a:off x="3925474" y="4191991"/>
              <a:ext cx="3773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defTabSz="914400" rtl="1" eaLnBrk="1" latinLnBrk="0" hangingPunct="1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3319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4053</TotalTime>
  <Words>9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Erdinast</dc:creator>
  <cp:lastModifiedBy>Tal Erdinast</cp:lastModifiedBy>
  <cp:revision>6</cp:revision>
  <dcterms:created xsi:type="dcterms:W3CDTF">2026-10-01T12:37:03Z</dcterms:created>
  <dcterms:modified xsi:type="dcterms:W3CDTF">2026-10-04T08:10:16Z</dcterms:modified>
</cp:coreProperties>
</file>