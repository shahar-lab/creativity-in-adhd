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2"/>
  </p:normalViewPr>
  <p:slideViewPr>
    <p:cSldViewPr snapToGrid="0">
      <p:cViewPr varScale="1">
        <p:scale>
          <a:sx n="104" d="100"/>
          <a:sy n="104" d="100"/>
        </p:scale>
        <p:origin x="8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38EF-7076-E34F-CE69-5D6D4002B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2A726-F375-1111-5791-294642EFC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375DB-8FDF-CE85-AE45-CE00F1A6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9D44-7014-4C4C-93BF-3DC8C486EBA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2DA0C-7877-C9AD-AD72-236750BF2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C7142-84E6-A0F5-2006-7D79D029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C7F9-737F-8744-90F6-C777D60F0F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5739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2675-3806-BC1F-CFE8-148B7FC0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CA2AA-8F3D-32EA-3592-A597611AE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3A130-A8DF-3750-E33E-AB18B4B61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9D44-7014-4C4C-93BF-3DC8C486EBA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C7954-1658-9081-50D1-4A7E13621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E4124-BB3F-1C49-7664-80B6CC87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C7F9-737F-8744-90F6-C777D60F0F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600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1969-344B-C08E-0CD0-51258A1B2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C602E-99F8-54DD-034D-BA1246B4B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0DBB0-CB38-BF88-856E-08E2745A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9D44-7014-4C4C-93BF-3DC8C486EBA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DA12B-B350-340D-6E8E-38CFF3AE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C34D7-30FB-01DE-8AC8-48C74DDA6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C7F9-737F-8744-90F6-C777D60F0F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0395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1F9B-3B46-CAC6-C13C-2160B82D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37A74-0797-7547-4191-279FE8720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3BFF7-72EA-EA2C-664C-26B63C559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FE748-EDB0-F1CB-BF82-C964A008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9D44-7014-4C4C-93BF-3DC8C486EBA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AA013-7C9B-AB67-3744-A5CFA69FF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CE04D-3D8B-16EF-1097-286B11F9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C7F9-737F-8744-90F6-C777D60F0F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2041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8D1B-32E0-A183-3BEC-37570362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672FB-8152-1085-44D3-82BA70750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08447-C1AC-1C13-86FD-774DDE467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7815D-BAE6-1BCD-6BC1-8107D2813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833041-18D5-1727-57EF-388DAD1BE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603CD-AB55-19CF-54A4-4D8ECCAC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9D44-7014-4C4C-93BF-3DC8C486EBA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4A7F1-2CB0-27F0-24AD-D19E175E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AE40E8-A075-77E7-6DB1-41905B4F9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C7F9-737F-8744-90F6-C777D60F0F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653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00BBB-AE2C-AB03-D533-DE64324A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0798AF-CA34-958A-F8CD-3A221BC56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9D44-7014-4C4C-93BF-3DC8C486EBA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C036B-99D8-8A7B-3D41-ABBF2CF6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89093-BCF5-C2A3-5896-28518DE0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C7F9-737F-8744-90F6-C777D60F0F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892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C1CE7F-7E7E-728D-64AE-6B8E311DB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9D44-7014-4C4C-93BF-3DC8C486EBA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0B473-F743-A82D-3729-D77CF16D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8859A-AC99-35A6-4287-31B4CF02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C7F9-737F-8744-90F6-C777D60F0F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5962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4E631-972E-1C11-F8F5-22F6D2CD3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F61C3-5F95-F5A6-5219-B5537E49E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6C87-A9A1-C366-09DF-7CAF32B50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3AD5D-E123-54B9-4016-A4315E9E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9D44-7014-4C4C-93BF-3DC8C486EBA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01D30-25B0-09F3-38D9-28613407F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9B0C9-4930-5274-6281-A75A009E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C7F9-737F-8744-90F6-C777D60F0F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365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DABB1-BFBC-66DF-1607-B65CF076F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B5C7E-4C06-9D75-BAAD-FE0A6DFFE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8D657-E5BF-C7CD-FFA0-7AF0CB0C2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939DE-D2E1-80ED-E6E1-208EBC90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9D44-7014-4C4C-93BF-3DC8C486EBA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23011-D444-6194-8AB9-41F69FBE6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F8414-4647-62E7-3073-80CCA7A0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C7F9-737F-8744-90F6-C777D60F0F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5612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6EA55-269E-0B0B-75CA-8E6ACDC61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7A6A6-82E6-2A2A-DDC2-EBACD1919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2D9BA-7F6A-35E4-DC9B-A4A15ECCB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9D44-7014-4C4C-93BF-3DC8C486EBA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EABDF-66FE-1460-8A62-F91BF3B6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02F6B-BC50-DC8C-F863-9DF8A30D8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C7F9-737F-8744-90F6-C777D60F0F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7624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A40CB0-965A-DA51-4E95-D3ADBD52BF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2C50E-D9D6-9527-18B7-4A0186884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69F8B-0C68-F85F-0E78-00A70353F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9D44-7014-4C4C-93BF-3DC8C486EBA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A80BD-19FD-4190-2FE9-A670FD74E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261E4-388B-1544-2EE3-23F60B17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6C7F9-737F-8744-90F6-C777D60F0F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84628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6DD68-F3BB-0B98-1289-8D12B061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95B75-BB1F-E379-4529-154A5F80C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AA31E-004F-B9F6-7224-7B1CD0E44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069D44-7014-4C4C-93BF-3DC8C486EBA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0967C-CC67-4419-B78D-8AD592B636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AB622-CF9D-EA96-0773-FD60DA8C3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6C7F9-737F-8744-90F6-C777D60F0F6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8711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57DB20F-90F3-AB7A-FF19-9E6193AF48E9}"/>
              </a:ext>
            </a:extLst>
          </p:cNvPr>
          <p:cNvGrpSpPr/>
          <p:nvPr/>
        </p:nvGrpSpPr>
        <p:grpSpPr>
          <a:xfrm>
            <a:off x="881525" y="433436"/>
            <a:ext cx="10428950" cy="6208886"/>
            <a:chOff x="1385677" y="470507"/>
            <a:chExt cx="10428950" cy="620888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8EBCF0A-2FA1-9365-FF18-DE59FF5E6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6230" y="470507"/>
              <a:ext cx="3236684" cy="269723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4F2E5CC-820F-0CCC-2011-97C970E5E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0282" b="21869"/>
            <a:stretch>
              <a:fillRect/>
            </a:stretch>
          </p:blipFill>
          <p:spPr>
            <a:xfrm>
              <a:off x="1756230" y="3297564"/>
              <a:ext cx="4775201" cy="155383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5941F0-234F-1372-5FFE-963F41F22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524" b="10205"/>
            <a:stretch>
              <a:fillRect/>
            </a:stretch>
          </p:blipFill>
          <p:spPr>
            <a:xfrm>
              <a:off x="1480456" y="4851400"/>
              <a:ext cx="4346554" cy="174453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C82FF3E-523F-EFE6-4C89-69C5E38D9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41810" y="696686"/>
              <a:ext cx="3569304" cy="247105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4BD7E87-3B48-27AA-D14C-22082FF86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22399" b="19753"/>
            <a:stretch>
              <a:fillRect/>
            </a:stretch>
          </p:blipFill>
          <p:spPr>
            <a:xfrm>
              <a:off x="7186874" y="3429000"/>
              <a:ext cx="4627753" cy="150585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6E0952C-865F-1053-6167-4951A951D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7257" b="8465"/>
            <a:stretch>
              <a:fillRect/>
            </a:stretch>
          </p:blipFill>
          <p:spPr>
            <a:xfrm>
              <a:off x="7186874" y="4923164"/>
              <a:ext cx="4167698" cy="175622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2FBFC38-4E0C-1415-471C-C776168E3A6F}"/>
                </a:ext>
              </a:extLst>
            </p:cNvPr>
            <p:cNvSpPr txBox="1"/>
            <p:nvPr/>
          </p:nvSpPr>
          <p:spPr>
            <a:xfrm>
              <a:off x="1385677" y="486084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B33E753-578E-3FFB-05F8-5955B1865361}"/>
                </a:ext>
              </a:extLst>
            </p:cNvPr>
            <p:cNvSpPr txBox="1"/>
            <p:nvPr/>
          </p:nvSpPr>
          <p:spPr>
            <a:xfrm>
              <a:off x="1414705" y="3496842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E8E533-058A-EEE1-74FB-FBF35AACCEB9}"/>
                </a:ext>
              </a:extLst>
            </p:cNvPr>
            <p:cNvSpPr txBox="1"/>
            <p:nvPr/>
          </p:nvSpPr>
          <p:spPr>
            <a:xfrm>
              <a:off x="1414704" y="5264200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871019-8C40-E60D-B406-5CD3998DE108}"/>
                </a:ext>
              </a:extLst>
            </p:cNvPr>
            <p:cNvSpPr txBox="1"/>
            <p:nvPr/>
          </p:nvSpPr>
          <p:spPr>
            <a:xfrm>
              <a:off x="6947309" y="486084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defTabSz="914400" rtl="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D4603D5-D3F4-CC57-F7A9-5099F30C7DCA}"/>
                </a:ext>
              </a:extLst>
            </p:cNvPr>
            <p:cNvSpPr txBox="1"/>
            <p:nvPr/>
          </p:nvSpPr>
          <p:spPr>
            <a:xfrm>
              <a:off x="6976337" y="3496842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00826E6-3521-CA99-9136-46473C35E1C1}"/>
                </a:ext>
              </a:extLst>
            </p:cNvPr>
            <p:cNvSpPr txBox="1"/>
            <p:nvPr/>
          </p:nvSpPr>
          <p:spPr>
            <a:xfrm>
              <a:off x="6976336" y="5264200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2241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 Erdinast</dc:creator>
  <cp:lastModifiedBy>Tal Erdinast</cp:lastModifiedBy>
  <cp:revision>2</cp:revision>
  <dcterms:created xsi:type="dcterms:W3CDTF">2026-10-04T08:10:20Z</dcterms:created>
  <dcterms:modified xsi:type="dcterms:W3CDTF">2026-10-04T09:39:36Z</dcterms:modified>
</cp:coreProperties>
</file>