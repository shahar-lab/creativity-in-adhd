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FAAC-53ED-73E1-5538-78E44E405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14A40-6159-66F4-59F8-B95EAFF76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EB9AF-9BF3-035F-23CE-E6E1E3FB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407BC-B82B-2DEC-B2C3-5B3423671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5F273-C0A3-81BC-E560-2111EEF1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393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0D8D-90E0-EBA8-0F76-EF313EFD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7179-D695-4F0C-93C1-BD03F9FFC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7EFA-08A1-2490-3550-6A1C5FE8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E75CC-1601-B43D-F4C8-310F5BD09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EFBFD-C312-7923-ED34-E99BD096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215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A371-A5E9-5512-94DD-15C88DAA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8A690-A2B0-91DB-623E-868FFB8D9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80509-93B2-642F-65EE-63020E68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2B6C0-1908-8D0B-1EBD-360E59BB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4C798-575E-E804-ADAE-27A22EFC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534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AC92-BCC2-5273-44B6-AA393B59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0232-F685-D9D9-05CB-9CEE504F1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671AA-AE93-86FF-8BB5-4ADAA4734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B896-7562-93AA-3C96-0FEAAD7D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31C4C-9F6D-0CA7-17C4-05A3A1E0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4AB09-6706-EA27-75FA-4D1BA3A6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426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A079-7445-7E9D-A496-A315F3DD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F4DD5-802D-6AA2-E061-65E200749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35717-3232-58FF-47A5-C111E06A6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BA013-38CE-7B33-D9ED-BFD85CFC9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4C695-F06C-04E3-2F85-22EAA5730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5BE7B-BE6D-47ED-ABC7-D4E5A4A3C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D7F49D-BDFA-34B2-16AF-FB2BFF90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DC200-788B-D8EF-9364-260C22A5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6225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B4CB-B910-8269-FE2C-5CDDCA2E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92C83-621E-1772-6A09-EFC2735F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A1138-B9DB-B1FE-442A-38113C85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4CBAF-6D9B-A710-6A56-AB8872A4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732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FE36F-94A3-285D-C10D-1FB4D883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4BA5D-D51C-6326-90FA-214B57B5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2C0FB-C74C-8335-166D-D7BF4402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373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CE16-070B-7874-52AB-9BB44CCD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43CF6-52EC-73B8-80A4-752C8E235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8BE27-3FF6-D5A5-E792-4AEC9C1E9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A324A-1FFC-6F08-AB30-0A5FDF5C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31CB8-5A1F-C496-ADDE-62B9207ED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23022-17C8-0BB7-EC6B-2D37CB13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168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EFAC5-076B-E6C0-EB7C-8CDB7631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90BF51-A50A-4D4A-9BD5-9AB6F8847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65C74-F2C2-759E-09A9-1333C0176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C8D4E-EBF4-DEC4-1CD2-49B7C8A5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F286C-1CDC-27F6-7377-1B148A0C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39D4F-5E38-6CF6-698A-620FF05A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892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AB14-514A-6E83-E975-84E99234E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0F513-B712-49DB-94F2-3603533C1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B1CD7-0927-9176-4740-BF7418BC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5C219-F472-FA59-223B-61BF4ABE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5FD4-9EF3-60A2-527E-73454D66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187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755B2-5AA0-BEFA-A833-952965462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924C8-4166-019E-E764-2C6CD7FDB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6B04-289A-2D50-B447-9D8CF20F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18E3C-437D-A3CA-E2F7-D8E2342FB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82548-13E5-F6FB-39D4-A0462970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69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42D8C-08FD-A339-8CF9-679C0C15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C77B4-7B5D-A60B-38C6-BF318A9A8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05E13-CEA0-2769-7590-6CD823D54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805CF-D085-2948-B5C7-07FE79DF72FF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0D2C2-7775-D19C-2065-62636030A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2A8A-B4CC-75A6-BB05-15D4C6EA4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3393C-3D3D-6344-BE71-6A61716EFDB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585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097AC3A-E6D5-E6A3-2400-D8D58D5AF729}"/>
              </a:ext>
            </a:extLst>
          </p:cNvPr>
          <p:cNvGrpSpPr/>
          <p:nvPr/>
        </p:nvGrpSpPr>
        <p:grpSpPr>
          <a:xfrm>
            <a:off x="750098" y="396969"/>
            <a:ext cx="10625660" cy="6207032"/>
            <a:chOff x="750098" y="396969"/>
            <a:chExt cx="10625660" cy="620703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2F34CF-59C1-ED82-D282-1695518DF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098" y="396969"/>
              <a:ext cx="5766203" cy="324348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19908C-BB08-8DF7-2BDA-03B516BEF743}"/>
                </a:ext>
              </a:extLst>
            </p:cNvPr>
            <p:cNvSpPr txBox="1"/>
            <p:nvPr/>
          </p:nvSpPr>
          <p:spPr>
            <a:xfrm>
              <a:off x="837183" y="648927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1405D6-5776-5F8C-F939-2FB36BEE6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6553" y="849369"/>
              <a:ext cx="4677374" cy="23386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FAF312-462B-888D-5016-F3E44B031798}"/>
                </a:ext>
              </a:extLst>
            </p:cNvPr>
            <p:cNvSpPr txBox="1"/>
            <p:nvPr/>
          </p:nvSpPr>
          <p:spPr>
            <a:xfrm>
              <a:off x="6833035" y="648927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853C19-8037-0933-002C-13249080D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23"/>
            <a:stretch>
              <a:fillRect/>
            </a:stretch>
          </p:blipFill>
          <p:spPr>
            <a:xfrm>
              <a:off x="6738561" y="3850235"/>
              <a:ext cx="4637197" cy="238106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FC52D6-6B7F-E008-FA59-8BF83C80D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2106" y="3429000"/>
              <a:ext cx="5644447" cy="31750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1161C3-3BEE-A8B2-60BB-C0CCFBA49DA6}"/>
                </a:ext>
              </a:extLst>
            </p:cNvPr>
            <p:cNvSpPr txBox="1"/>
            <p:nvPr/>
          </p:nvSpPr>
          <p:spPr>
            <a:xfrm>
              <a:off x="837183" y="3680958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1D0D99-7CCE-49EF-0488-740DBE9DCB82}"/>
                </a:ext>
              </a:extLst>
            </p:cNvPr>
            <p:cNvSpPr txBox="1"/>
            <p:nvPr/>
          </p:nvSpPr>
          <p:spPr>
            <a:xfrm>
              <a:off x="6833035" y="3680958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575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2</cp:revision>
  <dcterms:created xsi:type="dcterms:W3CDTF">2026-08-22T08:23:30Z</dcterms:created>
  <dcterms:modified xsi:type="dcterms:W3CDTF">2026-08-22T08:29:43Z</dcterms:modified>
</cp:coreProperties>
</file>