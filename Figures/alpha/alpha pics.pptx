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19A0-D6EE-9F5C-9EA9-32FFBCB19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EC68C-84F7-49DE-3C98-3B48205E0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347CB-6EE5-F311-D5D3-67AB84D7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BF03E-596F-7AB0-3373-8BD397EA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13499-4A86-E873-11EE-9255D0B0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606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699B-3741-BC8B-1F38-87C24E6D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AB98-F05A-F2FC-AD36-D277DFEC5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950BE-C932-83E9-B2F6-0535AAC8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A8AD6-5D03-2380-C222-7F93808B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51036-AFF7-6FF4-29B0-F295C754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307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02CD-B59D-369D-8BF2-C4D4C349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0F6F8-D520-AE01-1A98-2913846EE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C8AD-74A4-D4AC-9FEC-1493ECB5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E9B40-7654-A093-50F2-1E1DF75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676A5-6D37-6532-42B3-A30FC6389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677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BBD7-88A8-4816-BE5A-1BF47B29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6BE1C-47C7-6A90-D250-1BC6AD859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F3796-2F35-5C30-74DB-B937AC64C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DED2E-4002-13F0-57EB-C924C97A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F6A40-7D56-C698-5098-E6CC3B5B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9A435-1B88-3DFA-A27F-BAF4DBE9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06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5B2C-3690-CC69-D5E7-92F6B1DE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31440-3E1E-2BBC-1A8F-3A70C3D1F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2256A-E945-B35C-522E-B64537411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840D4-1D49-31D2-0722-5E9FEA045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7DE20-9874-3CA8-27D8-ED2025E72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0EA3A-757C-8268-B217-B988E4D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584F2-29D2-F458-51B0-98D417F2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D0389-E47C-2202-5C3A-ACF7255F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537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FB96-4D53-8F2C-0746-12CB5E62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ABBAE-13B8-C5A7-19CF-373F17EB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9C391-2CC2-C5FB-6A32-A501F919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B58EA-8D64-DA2C-9B71-3CFA6BD3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691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6FA17-702A-4BC2-84CB-4D8BD088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06D36-7E4E-287A-9A2F-93807954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6342-F130-807A-966A-452959FF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01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5880-9DE6-2445-3D0D-E59EAE7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79E25-D7B3-051A-C49B-18B93071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766D2-7066-E7E9-9453-264AE5F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B172F-09EF-7291-AA27-3A8CF2D2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1DEE9-D53B-FABF-1CC0-2BD17738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B5397-E05A-3A20-F4B2-4209E76C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588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CDA9-7929-1CD3-D403-7B989E12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F84C43-C710-B2C8-B816-3E3A84081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13F57-8449-8761-1469-BBF12AE48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EF669-EECE-786F-C6C1-5E9358D2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F93A1-4916-841A-4964-157628AB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4056F-ED18-A456-E0DF-8BBD9070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052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B04E-0B1F-31C2-8925-C53F4C0C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A20A7-E654-3DA5-E36B-D2950439C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0E81-18CD-C639-3124-DC34F113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00D0C-2826-7814-E257-84CB299A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B0E41-A825-6FA3-2950-5CBBBA78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715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94095-3B92-D1EF-41CC-46992932C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8384B-DFAF-A848-7B7A-8F2CE9163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F4D02-1BB7-3292-9AE7-4DFF1CD6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C6505-0365-FD9F-D91E-31ACE236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9F8D-3D0F-32CE-23B1-9E2D90E1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282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A2297-5AAB-E6FA-B49D-42B1B772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7E753-E34B-814B-E571-A0E8D4F6C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A5227-4AF6-3589-561D-825C2A1D1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70EBA-7DC0-8844-9A15-244935EEFAE8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BB625-B844-F854-B046-AF03320A1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67671-C025-B8F3-4302-C0F3F6988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1FCEB-FDE0-8940-9517-E7C1050E90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19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F6F264-9D0F-1265-CEB9-A8A586547BA3}"/>
              </a:ext>
            </a:extLst>
          </p:cNvPr>
          <p:cNvGrpSpPr/>
          <p:nvPr/>
        </p:nvGrpSpPr>
        <p:grpSpPr>
          <a:xfrm>
            <a:off x="1030514" y="1794556"/>
            <a:ext cx="10363201" cy="3243489"/>
            <a:chOff x="1030514" y="1794556"/>
            <a:chExt cx="10363201" cy="32434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AC4410-02CB-CB0B-3D7B-08008BB30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4799" y="2231572"/>
              <a:ext cx="4738916" cy="236945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06B6E0-BA8D-A1A9-3496-E2BBE8032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514" y="1794556"/>
              <a:ext cx="5766203" cy="324348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5D319E-1E71-8BD2-C894-1A8F96795B3E}"/>
                </a:ext>
              </a:extLst>
            </p:cNvPr>
            <p:cNvSpPr txBox="1"/>
            <p:nvPr/>
          </p:nvSpPr>
          <p:spPr>
            <a:xfrm>
              <a:off x="1117599" y="2046514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5B34F-37F5-0F3C-E86D-828FB4465BC4}"/>
                </a:ext>
              </a:extLst>
            </p:cNvPr>
            <p:cNvSpPr txBox="1"/>
            <p:nvPr/>
          </p:nvSpPr>
          <p:spPr>
            <a:xfrm>
              <a:off x="7032170" y="2046514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763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2</cp:revision>
  <dcterms:created xsi:type="dcterms:W3CDTF">2026-08-17T05:14:54Z</dcterms:created>
  <dcterms:modified xsi:type="dcterms:W3CDTF">2026-08-17T05:18:16Z</dcterms:modified>
</cp:coreProperties>
</file>