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43"/>
    <p:restoredTop sz="94704"/>
  </p:normalViewPr>
  <p:slideViewPr>
    <p:cSldViewPr snapToGrid="0">
      <p:cViewPr>
        <p:scale>
          <a:sx n="116" d="100"/>
          <a:sy n="116" d="100"/>
        </p:scale>
        <p:origin x="144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3BC1-0852-163D-12C7-670B4DB68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7037-1703-3B7C-26B8-E040DD2E8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9220-EEA4-A377-2758-1B939439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5429-821A-F4E8-65CF-43C43A5F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3444-DC88-AB6E-96C7-50B1664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878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DF9D-F01D-E776-5C1C-2F9DDBDD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BE86-AF8D-C2A7-5CC8-D8DEE7CA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38FD-0F57-8705-ADAC-7B96937B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D9CDF-DBDF-423A-ED5B-5602F1460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B1FEE-1E9C-5A7C-E155-209FE251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717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196D-2253-592F-C506-8CB22D6E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23AC9-7D83-EBCC-322E-EB54CD7BF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8EF0-6FFF-379B-E258-1B522D4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29339-70AB-FB32-EF9F-733A5917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04F02-D1F2-0F36-378A-2E785698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754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BD1A-72CA-6233-A7D5-F53DC1FB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109E-71C1-1751-D47D-A6BCF3AD9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58221-068B-2161-B0E3-7AABD3C1C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15D1-E193-A86E-308A-F45025B0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847DC-21F2-8921-B132-21DDB4F7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65E40-4D2D-2A99-7555-B7B05FED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205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6F86-805A-2D0E-FC0B-F8784158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487C2-1534-BD2F-65CC-B76E6F9AF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27AA6-824A-433A-F90A-23A0D6C03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BE432-40E6-45FA-ABFB-AB2FCDD6B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59418-FFB1-4E83-2017-03BE0C6E1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44F34-BF5B-7083-C645-D37CB023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1EBCC-D830-442A-A5CB-4472CC5A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1CD4D-6F32-5417-332A-3E22EF2C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471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A086-31AA-50A6-6CEF-CDDF4A3C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4B8D2-8AEE-51CC-2BA3-C84942C7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0FF02-E552-03BE-1129-5F6A680B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29354-A499-734B-DC0D-108B4A90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391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51FB-AB47-7103-1C79-AD14D54E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B8796-7B24-D69E-52CB-8EBF4354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81CDE-7D90-A375-19C6-608034D8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67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3F8B-97EF-F3BD-DB18-C7753EEF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BA00-C423-919E-FE8F-6349083F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AE9DA-F43D-06D0-114D-B483BBB5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A0A3D-14ED-42B6-314C-3DE11FBC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FDCC-EE46-A272-EC78-2E1A3D50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EEC1B-652D-62D4-4552-BA2175E1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267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8039-ECAD-E39E-9373-F1D8C71F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F7627-F1E9-D298-71B1-304ABC346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D106-F61F-A06A-0D09-724FFFCEF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4ACFC-D998-3685-9FEE-C93A1E0B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32D16-7EA9-663F-4D71-4A78C01F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5A69F-7356-75A1-6F0D-3646D867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803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C44D-3424-A466-1279-59E1B75F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78B78-30FF-FCC9-6FBD-2A7336E8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960B-0C68-A9E2-7BDA-02B7E1DC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636F9-F91D-8CAD-DE39-D8152D22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08A2-948B-A372-0682-BDA0FE3A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803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92C42-4F13-38B3-E325-BCB050DB0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20444-B9C4-CE3E-A67D-9870F8168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434F8-B579-7BF9-FEF9-31845AF6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3A37-0080-DB9A-353B-13C6A4D9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2165A-A599-D1B0-7EB5-CFC9F7ED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223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13071-BA76-9E36-704F-4A3119B7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18A0D-6BE1-C0A4-7C4A-14ABDA66B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1AD9-77E5-A3DE-973A-64903A95E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86F39-1B44-A741-99A2-48A7AC5FFBAB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E032-5A1A-5667-03F4-FF485A64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0F5B-356F-EA82-C188-53A069FF4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484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5B92E8E-0C3D-7E36-D33B-E7F16D052BFA}"/>
              </a:ext>
            </a:extLst>
          </p:cNvPr>
          <p:cNvGrpSpPr/>
          <p:nvPr/>
        </p:nvGrpSpPr>
        <p:grpSpPr>
          <a:xfrm>
            <a:off x="1407933" y="568569"/>
            <a:ext cx="8376301" cy="5802615"/>
            <a:chOff x="1407933" y="568569"/>
            <a:chExt cx="8376301" cy="580261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C7B3F34-70EB-63DE-1F46-EA7458C02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555"/>
            <a:stretch>
              <a:fillRect/>
            </a:stretch>
          </p:blipFill>
          <p:spPr>
            <a:xfrm>
              <a:off x="3588071" y="3429000"/>
              <a:ext cx="3819162" cy="29421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4708F8-2BD5-CB28-A1B9-F416761D38D4}"/>
                </a:ext>
              </a:extLst>
            </p:cNvPr>
            <p:cNvSpPr txBox="1"/>
            <p:nvPr/>
          </p:nvSpPr>
          <p:spPr>
            <a:xfrm>
              <a:off x="1407933" y="568569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AD6653-53AA-BBBB-8DCC-08BE1B95D929}"/>
                </a:ext>
              </a:extLst>
            </p:cNvPr>
            <p:cNvSpPr txBox="1"/>
            <p:nvPr/>
          </p:nvSpPr>
          <p:spPr>
            <a:xfrm>
              <a:off x="5907314" y="568569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D771B09-C920-5F0A-697F-0C13AE89DF9E}"/>
                </a:ext>
              </a:extLst>
            </p:cNvPr>
            <p:cNvSpPr txBox="1"/>
            <p:nvPr/>
          </p:nvSpPr>
          <p:spPr>
            <a:xfrm>
              <a:off x="3706508" y="3849307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ED6E90-A5D5-E2EA-FFC4-DB3D674EA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1824"/>
            <a:stretch>
              <a:fillRect/>
            </a:stretch>
          </p:blipFill>
          <p:spPr>
            <a:xfrm>
              <a:off x="5892451" y="1561554"/>
              <a:ext cx="3891783" cy="228775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65837B-CA58-94A2-970C-0A374FEFA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7476" y="568569"/>
              <a:ext cx="3530621" cy="2942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812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4</cp:revision>
  <dcterms:created xsi:type="dcterms:W3CDTF">2026-08-16T12:49:04Z</dcterms:created>
  <dcterms:modified xsi:type="dcterms:W3CDTF">2026-08-23T19:34:26Z</dcterms:modified>
</cp:coreProperties>
</file>