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35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1776E-A115-D433-3C6B-546B5C3C3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816AE6-DBCB-02E3-BB99-43391B9C8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10BFE-EAC6-C319-6D51-8E66115D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20F9F-D486-5F7F-DEA7-99B6F213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4884B-1FA3-BD46-FD44-2F8D212B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7937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116B-8861-A3F6-0953-E7F9E1F9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F0C80-5F97-1C61-9EBE-0B3F75D94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05056-AB97-8062-DFD7-017999DA7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986B0-0DDB-23DF-B08B-28B5924A1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F76D3-A279-1A35-13A9-17E63A75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509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97CA-14AE-57EC-508D-CAC9DAB5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49E7A-5239-21AB-B038-07D24C4CE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7AA2-A2E1-1C16-67C7-46516528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52C3-77ED-F0CE-1FEB-2EF674C9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F8308-7383-7F8B-4F6E-E672EA44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788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51629-2D6A-314E-6465-9B86B038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EA089-A818-201D-AC4C-F0135390E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CE72B-DB2E-2991-5319-573477F4E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FB82F-1B69-2597-D0A8-FD0A09C0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A502E-C59D-070D-A1DB-7B6FD66FE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40E33-96C4-5FA1-D9F2-E117BF06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691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3796-A186-E846-ECC2-F714FAD9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C4062-EBF7-7DD3-DC45-87B85F50A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B6EF9-DC02-83D0-9F5D-5F103BA5A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E622BD-6CB6-9EC5-9ABD-745ADDC41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09F6D-B830-E653-266E-B546DDFEFE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5A40C5-D386-5EBF-B30D-1BA98B78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967A9B-E51A-44FB-EBB2-423332127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E3B0DE-FFF4-5963-8E26-79ED749C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3314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1762-6E56-9C00-407F-B4EC8DE3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C4DE0C-CAEF-D08C-7095-B7ABFC455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73063-05F5-DB34-7725-F47771C2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8A05B-DE57-A4C3-1DCA-FBCE1A21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9477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F31396-BEF3-EF06-D319-AD5FE4FE4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56356-E00E-69E0-EC3D-A9FA45AF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04DFF-51BC-DD81-AED3-0D3B5837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48783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B763-2707-74F9-F3F1-9BBE6DC2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F8749-3AC3-F0F3-D60A-57D271680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F508D-5226-0BCD-38C6-D58DBE17C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9E199-3CDE-E01A-A7EC-B7704722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D0D3A-C41F-0B76-8971-6DBEEB79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07C78-6E59-12EB-BE69-6AF2E02F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474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FB9A-2CCB-7641-3709-69429157E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43C7F-3E6F-BC7F-D78A-01010E6FB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957AE-8A8B-028B-7444-CC5BDAFD8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93EAD-6843-E75B-FE14-59F2687DA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E6BC1-EA3B-146E-BC6F-BBA653D37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B2DFE-9F96-E5D4-DCF9-020DFAD33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5815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E54C-93E0-3E66-A22E-FB8FF6DE5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7C375-1A55-ADEB-F2B3-027415650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57E18-A9F4-008D-C7B8-33BC60F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50DE7-9603-C220-8AD8-BFD272D2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77451-E161-BBC5-1B21-0AD8BFAB1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266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E64A77-7643-66C9-61A4-3AF4A36E41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F6CFE-D9AA-9AC2-FB13-1230FD356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31C39-C422-76D0-5AC0-72714636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D07AE-0803-E1AF-E32B-80F02779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A4732-9E6E-B73A-48A4-A2DFB051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015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23B28-AF8C-E04C-6460-81A6D05E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42E03-9D23-571E-6EF8-EFB958683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EA531-3683-A4C3-738D-2667CF458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E8160-7BB5-424B-BB7E-969A6808FA8E}" type="datetimeFigureOut">
              <a:rPr lang="en-IL" smtClean="0"/>
              <a:t>17/08/2026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814BE-4CDB-8993-E40C-98AA977A2E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1C7BB-100E-783F-E0CA-906DD0E5D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2FF1D-BDD5-E64E-815D-E8532720EC2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0422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08679F1-220D-A86F-9536-5D44BD711387}"/>
              </a:ext>
            </a:extLst>
          </p:cNvPr>
          <p:cNvGrpSpPr/>
          <p:nvPr/>
        </p:nvGrpSpPr>
        <p:grpSpPr>
          <a:xfrm>
            <a:off x="1007130" y="1759856"/>
            <a:ext cx="10226810" cy="3175001"/>
            <a:chOff x="1007130" y="1759856"/>
            <a:chExt cx="10226810" cy="31750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041C3C-17ED-57FC-DC4E-EED3921BF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623"/>
            <a:stretch>
              <a:fillRect/>
            </a:stretch>
          </p:blipFill>
          <p:spPr>
            <a:xfrm>
              <a:off x="6596743" y="2156824"/>
              <a:ext cx="4637197" cy="238106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E465C97-F288-BCC0-A2C0-6C82FB125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7130" y="1759856"/>
              <a:ext cx="5644447" cy="317500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5617DC-D3F3-5B9D-21F4-77B1BB0A70A8}"/>
                </a:ext>
              </a:extLst>
            </p:cNvPr>
            <p:cNvSpPr txBox="1"/>
            <p:nvPr/>
          </p:nvSpPr>
          <p:spPr>
            <a:xfrm>
              <a:off x="1117599" y="2046514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B3467E-B397-86A8-899A-F505E043A55C}"/>
                </a:ext>
              </a:extLst>
            </p:cNvPr>
            <p:cNvSpPr txBox="1"/>
            <p:nvPr/>
          </p:nvSpPr>
          <p:spPr>
            <a:xfrm>
              <a:off x="6707212" y="2046514"/>
              <a:ext cx="2757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L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9610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Tal Erdinast</dc:creator>
  <cp:lastModifiedBy>Tal Erdinast</cp:lastModifiedBy>
  <cp:revision>1</cp:revision>
  <dcterms:created xsi:type="dcterms:W3CDTF">2026-08-17T10:11:17Z</dcterms:created>
  <dcterms:modified xsi:type="dcterms:W3CDTF">2026-08-17T10:22:07Z</dcterms:modified>
</cp:coreProperties>
</file>