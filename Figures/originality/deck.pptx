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52"/>
    <p:restoredTop sz="94712"/>
  </p:normalViewPr>
  <p:slideViewPr>
    <p:cSldViewPr snapToGrid="0">
      <p:cViewPr varScale="1">
        <p:scale>
          <a:sx n="105" d="100"/>
          <a:sy n="105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3BC1-0852-163D-12C7-670B4DB68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7037-1703-3B7C-26B8-E040DD2E8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9220-EEA4-A377-2758-1B939439B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5429-821A-F4E8-65CF-43C43A5F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3444-DC88-AB6E-96C7-50B16640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878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DF9D-F01D-E776-5C1C-2F9DDBDD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BE86-AF8D-C2A7-5CC8-D8DEE7CA5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D38FD-0F57-8705-ADAC-7B96937B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D9CDF-DBDF-423A-ED5B-5602F1460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B1FEE-1E9C-5A7C-E155-209FE2519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717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196D-2253-592F-C506-8CB22D6E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23AC9-7D83-EBCC-322E-EB54CD7BF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78EF0-6FFF-379B-E258-1B522D45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29339-70AB-FB32-EF9F-733A5917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04F02-D1F2-0F36-378A-2E785698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7541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BD1A-72CA-6233-A7D5-F53DC1FB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109E-71C1-1751-D47D-A6BCF3AD9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58221-068B-2161-B0E3-7AABD3C1C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15D1-E193-A86E-308A-F45025B0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847DC-21F2-8921-B132-21DDB4F7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65E40-4D2D-2A99-7555-B7B05FED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205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6F86-805A-2D0E-FC0B-F8784158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487C2-1534-BD2F-65CC-B76E6F9AF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27AA6-824A-433A-F90A-23A0D6C03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BE432-40E6-45FA-ABFB-AB2FCDD6B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59418-FFB1-4E83-2017-03BE0C6E1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44F34-BF5B-7083-C645-D37CB0232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1EBCC-D830-442A-A5CB-4472CC5A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1CD4D-6F32-5417-332A-3E22EF2C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471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A086-31AA-50A6-6CEF-CDDF4A3C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4B8D2-8AEE-51CC-2BA3-C84942C7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0FF02-E552-03BE-1129-5F6A680B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29354-A499-734B-DC0D-108B4A90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391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51FB-AB47-7103-1C79-AD14D54E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B8796-7B24-D69E-52CB-8EBF4354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81CDE-7D90-A375-19C6-608034D8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5677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3F8B-97EF-F3BD-DB18-C7753EEF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EBA00-C423-919E-FE8F-6349083F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AE9DA-F43D-06D0-114D-B483BBB5E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A0A3D-14ED-42B6-314C-3DE11FBC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9FDCC-EE46-A272-EC78-2E1A3D50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EEC1B-652D-62D4-4552-BA2175E1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267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8039-ECAD-E39E-9373-F1D8C71F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F7627-F1E9-D298-71B1-304ABC346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FD106-F61F-A06A-0D09-724FFFCEF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4ACFC-D998-3685-9FEE-C93A1E0B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32D16-7EA9-663F-4D71-4A78C01F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5A69F-7356-75A1-6F0D-3646D867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803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C44D-3424-A466-1279-59E1B75F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78B78-30FF-FCC9-6FBD-2A7336E83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E960B-0C68-A9E2-7BDA-02B7E1DC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636F9-F91D-8CAD-DE39-D8152D22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508A2-948B-A372-0682-BDA0FE3A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803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92C42-4F13-38B3-E325-BCB050DB0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20444-B9C4-CE3E-A67D-9870F8168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434F8-B579-7BF9-FEF9-31845AF6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3A37-0080-DB9A-353B-13C6A4D9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2165A-A599-D1B0-7EB5-CFC9F7ED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223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13071-BA76-9E36-704F-4A3119B7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18A0D-6BE1-C0A4-7C4A-14ABDA66B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61AD9-77E5-A3DE-973A-64903A95E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86F39-1B44-A741-99A2-48A7AC5FFBAB}" type="datetimeFigureOut">
              <a:rPr lang="en-IL" smtClean="0"/>
              <a:t>22/09/2026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CE032-5A1A-5667-03F4-FF485A64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40F5B-356F-EA82-C188-53A069FF4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7E5E3-F7FC-6F43-9640-13FCFEB8249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484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39D1571-5882-0D22-7E4F-2769D76B8E9D}"/>
              </a:ext>
            </a:extLst>
          </p:cNvPr>
          <p:cNvGrpSpPr/>
          <p:nvPr/>
        </p:nvGrpSpPr>
        <p:grpSpPr>
          <a:xfrm>
            <a:off x="1116209" y="659135"/>
            <a:ext cx="10365981" cy="6195881"/>
            <a:chOff x="1116209" y="659135"/>
            <a:chExt cx="10365981" cy="61958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001F20-F4D5-5C52-A6C7-DB839CCF4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2731"/>
            <a:stretch>
              <a:fillRect/>
            </a:stretch>
          </p:blipFill>
          <p:spPr>
            <a:xfrm>
              <a:off x="3836629" y="3860800"/>
              <a:ext cx="4117200" cy="299421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B9C875-E86E-82B7-9093-783360CC07D5}"/>
                </a:ext>
              </a:extLst>
            </p:cNvPr>
            <p:cNvSpPr txBox="1"/>
            <p:nvPr/>
          </p:nvSpPr>
          <p:spPr>
            <a:xfrm>
              <a:off x="1116209" y="674125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F7E202-C69C-4B74-3DBF-33396CF30E8D}"/>
                </a:ext>
              </a:extLst>
            </p:cNvPr>
            <p:cNvSpPr txBox="1"/>
            <p:nvPr/>
          </p:nvSpPr>
          <p:spPr>
            <a:xfrm>
              <a:off x="6096000" y="659135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955F1D-E870-0B84-E5E8-69DFA12BFF5D}"/>
                </a:ext>
              </a:extLst>
            </p:cNvPr>
            <p:cNvSpPr txBox="1"/>
            <p:nvPr/>
          </p:nvSpPr>
          <p:spPr>
            <a:xfrm>
              <a:off x="3705999" y="4060669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B85CD9-345A-4B8D-5A9B-1D7AA80C4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5479"/>
            <a:stretch>
              <a:fillRect/>
            </a:stretch>
          </p:blipFill>
          <p:spPr>
            <a:xfrm>
              <a:off x="6096000" y="1194968"/>
              <a:ext cx="5386190" cy="3034978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FE9429E-58A3-20C4-C2BD-533F88542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580" y="785560"/>
            <a:ext cx="3727554" cy="310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6A0DB4BC-1D16-E4FD-310B-85ED99B12E76}"/>
              </a:ext>
            </a:extLst>
          </p:cNvPr>
          <p:cNvGrpSpPr/>
          <p:nvPr/>
        </p:nvGrpSpPr>
        <p:grpSpPr>
          <a:xfrm>
            <a:off x="1566158" y="1231901"/>
            <a:ext cx="10045273" cy="5038270"/>
            <a:chOff x="1566158" y="1231901"/>
            <a:chExt cx="10045273" cy="503827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207415-D100-EA36-EF44-2BA16A55A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6918" y="3882572"/>
              <a:ext cx="4775198" cy="238759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BC80149-EB4D-D16B-E97C-3C08B505C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1431" y="1231901"/>
              <a:ext cx="5080000" cy="28575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A87B1B5-7F2C-93F3-D49C-6FD953C93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7547" y="1231901"/>
              <a:ext cx="5080000" cy="28575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4708F8-2BD5-CB28-A1B9-F416761D38D4}"/>
                </a:ext>
              </a:extLst>
            </p:cNvPr>
            <p:cNvSpPr txBox="1"/>
            <p:nvPr/>
          </p:nvSpPr>
          <p:spPr>
            <a:xfrm>
              <a:off x="1566158" y="1246415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AD6653-53AA-BBBB-8DCC-08BE1B95D929}"/>
                </a:ext>
              </a:extLst>
            </p:cNvPr>
            <p:cNvSpPr txBox="1"/>
            <p:nvPr/>
          </p:nvSpPr>
          <p:spPr>
            <a:xfrm>
              <a:off x="6648936" y="1246415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D771B09-C920-5F0A-697F-0C13AE89DF9E}"/>
                </a:ext>
              </a:extLst>
            </p:cNvPr>
            <p:cNvSpPr txBox="1"/>
            <p:nvPr/>
          </p:nvSpPr>
          <p:spPr>
            <a:xfrm>
              <a:off x="4107547" y="4007208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812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8E177AB-217E-16E9-5780-A4D2E9EFE70B}"/>
              </a:ext>
            </a:extLst>
          </p:cNvPr>
          <p:cNvGrpSpPr/>
          <p:nvPr/>
        </p:nvGrpSpPr>
        <p:grpSpPr>
          <a:xfrm>
            <a:off x="1167966" y="210314"/>
            <a:ext cx="8409587" cy="6413694"/>
            <a:chOff x="1167966" y="210314"/>
            <a:chExt cx="8409587" cy="64136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07C2C2-9E78-E581-0A22-AA3DED4B0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1447" y="548868"/>
              <a:ext cx="2631595" cy="219299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E822F80-C7B1-1CE2-6E5F-B1A721655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5479"/>
            <a:stretch>
              <a:fillRect/>
            </a:stretch>
          </p:blipFill>
          <p:spPr>
            <a:xfrm>
              <a:off x="1629103" y="2870742"/>
              <a:ext cx="3434478" cy="193523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9CD4EA-DE2B-F589-1C02-C1A204745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2731" b="14188"/>
            <a:stretch>
              <a:fillRect/>
            </a:stretch>
          </p:blipFill>
          <p:spPr>
            <a:xfrm>
              <a:off x="1545337" y="4944888"/>
              <a:ext cx="2602274" cy="158481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B3AD3F2-D6E0-6E4C-8AD4-FDF7C599C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7555"/>
            <a:stretch>
              <a:fillRect/>
            </a:stretch>
          </p:blipFill>
          <p:spPr>
            <a:xfrm>
              <a:off x="6224961" y="4727470"/>
              <a:ext cx="2461839" cy="189653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1627A5-C6E4-F620-B979-2BB77F87F13E}"/>
                </a:ext>
              </a:extLst>
            </p:cNvPr>
            <p:cNvSpPr txBox="1"/>
            <p:nvPr/>
          </p:nvSpPr>
          <p:spPr>
            <a:xfrm>
              <a:off x="1167967" y="210314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8A7DCD-B392-4703-161F-6CA0EBF401FD}"/>
                </a:ext>
              </a:extLst>
            </p:cNvPr>
            <p:cNvSpPr txBox="1"/>
            <p:nvPr/>
          </p:nvSpPr>
          <p:spPr>
            <a:xfrm>
              <a:off x="1167967" y="3090446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5175AF3-49A6-6307-1FA5-317E9DAE6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1824"/>
            <a:stretch>
              <a:fillRect/>
            </a:stretch>
          </p:blipFill>
          <p:spPr>
            <a:xfrm>
              <a:off x="6412045" y="2996088"/>
              <a:ext cx="3165508" cy="186081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5CF7424-B108-A12C-F9F5-43B23E150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24961" y="545617"/>
              <a:ext cx="2631595" cy="219299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894715-30DD-702F-B572-D856399D31EF}"/>
                </a:ext>
              </a:extLst>
            </p:cNvPr>
            <p:cNvSpPr txBox="1"/>
            <p:nvPr/>
          </p:nvSpPr>
          <p:spPr>
            <a:xfrm>
              <a:off x="1167966" y="4944888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3D37C8-0630-E081-B487-8617439B7250}"/>
                </a:ext>
              </a:extLst>
            </p:cNvPr>
            <p:cNvSpPr txBox="1"/>
            <p:nvPr/>
          </p:nvSpPr>
          <p:spPr>
            <a:xfrm>
              <a:off x="5822780" y="210314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4EAEF3E-75CD-0178-D791-30E114BC3223}"/>
                </a:ext>
              </a:extLst>
            </p:cNvPr>
            <p:cNvSpPr txBox="1"/>
            <p:nvPr/>
          </p:nvSpPr>
          <p:spPr>
            <a:xfrm>
              <a:off x="5822780" y="3090446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C0B750-E930-A0AE-6947-B961F318CA31}"/>
                </a:ext>
              </a:extLst>
            </p:cNvPr>
            <p:cNvSpPr txBox="1"/>
            <p:nvPr/>
          </p:nvSpPr>
          <p:spPr>
            <a:xfrm>
              <a:off x="5822779" y="4944888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720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Erdinast</dc:creator>
  <cp:lastModifiedBy>Tal Erdinast</cp:lastModifiedBy>
  <cp:revision>3</cp:revision>
  <dcterms:created xsi:type="dcterms:W3CDTF">2026-08-16T12:49:04Z</dcterms:created>
  <dcterms:modified xsi:type="dcterms:W3CDTF">2026-09-22T14:11:35Z</dcterms:modified>
</cp:coreProperties>
</file>