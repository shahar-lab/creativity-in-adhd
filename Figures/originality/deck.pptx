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352"/>
    <p:restoredTop sz="94712"/>
  </p:normalViewPr>
  <p:slideViewPr>
    <p:cSldViewPr snapToGrid="0">
      <p:cViewPr varScale="1">
        <p:scale>
          <a:sx n="85" d="100"/>
          <a:sy n="85" d="100"/>
        </p:scale>
        <p:origin x="208" y="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F3BC1-0852-163D-12C7-670B4DB683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837037-1703-3B7C-26B8-E040DD2E87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B9220-EEA4-A377-2758-1B939439B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86F39-1B44-A741-99A2-48A7AC5FFBAB}" type="datetimeFigureOut">
              <a:rPr lang="en-IL" smtClean="0"/>
              <a:t>16/08/2026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0D5429-821A-F4E8-65CF-43C43A5F3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CA3444-DC88-AB6E-96C7-50B166401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7E5E3-F7FC-6F43-9640-13FCFEB8249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8487804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B5DF9D-F01D-E776-5C1C-2F9DDBDDE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82BE86-AF8D-C2A7-5CC8-D8DEE7CA5D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1D38FD-0F57-8705-ADAC-7B96937BCD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86F39-1B44-A741-99A2-48A7AC5FFBAB}" type="datetimeFigureOut">
              <a:rPr lang="en-IL" smtClean="0"/>
              <a:t>16/08/2026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AD9CDF-DBDF-423A-ED5B-5602F1460F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4B1FEE-1E9C-5A7C-E155-209FE2519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7E5E3-F7FC-6F43-9640-13FCFEB8249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277173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C5196D-2253-592F-C506-8CB22D6EE4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223AC9-7D83-EBCC-322E-EB54CD7BFC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878EF0-6FFF-379B-E258-1B522D45F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86F39-1B44-A741-99A2-48A7AC5FFBAB}" type="datetimeFigureOut">
              <a:rPr lang="en-IL" smtClean="0"/>
              <a:t>16/08/2026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029339-70AB-FB32-EF9F-733A5917F9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604F02-D1F2-0F36-378A-2E7856982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7E5E3-F7FC-6F43-9640-13FCFEB8249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2675413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6BD1A-72CA-6233-A7D5-F53DC1FB8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EA109E-71C1-1751-D47D-A6BCF3AD9D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F58221-068B-2161-B0E3-7AABD3C1C5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15D1-E193-A86E-308A-F45025B0FE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86F39-1B44-A741-99A2-48A7AC5FFBAB}" type="datetimeFigureOut">
              <a:rPr lang="en-IL" smtClean="0"/>
              <a:t>16/08/2026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1847DC-21F2-8921-B132-21DDB4F75A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065E40-4D2D-2A99-7555-B7B05FED6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7E5E3-F7FC-6F43-9640-13FCFEB8249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1520508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036F86-805A-2D0E-FC0B-F87841585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9487C2-1534-BD2F-65CC-B76E6F9AF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027AA6-824A-433A-F90A-23A0D6C039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EBE432-40E6-45FA-ABFB-AB2FCDD6B7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E859418-FFB1-4E83-2017-03BE0C6E13C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0244F34-BF5B-7083-C645-D37CB0232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86F39-1B44-A741-99A2-48A7AC5FFBAB}" type="datetimeFigureOut">
              <a:rPr lang="en-IL" smtClean="0"/>
              <a:t>16/08/2026</a:t>
            </a:fld>
            <a:endParaRPr lang="en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D1EBCC-D830-442A-A5CB-4472CC5AA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A1CD4D-6F32-5417-332A-3E22EF2CC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7E5E3-F7FC-6F43-9640-13FCFEB8249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434718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72A086-31AA-50A6-6CEF-CDDF4A3C1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154B8D2-8AEE-51CC-2BA3-C84942C7D0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86F39-1B44-A741-99A2-48A7AC5FFBAB}" type="datetimeFigureOut">
              <a:rPr lang="en-IL" smtClean="0"/>
              <a:t>16/08/2026</a:t>
            </a:fld>
            <a:endParaRPr lang="en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D0FF02-E552-03BE-1129-5F6A680B2C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229354-A499-734B-DC0D-108B4A90A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7E5E3-F7FC-6F43-9640-13FCFEB8249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1739137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18751FB-AB47-7103-1C79-AD14D54E5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86F39-1B44-A741-99A2-48A7AC5FFBAB}" type="datetimeFigureOut">
              <a:rPr lang="en-IL" smtClean="0"/>
              <a:t>16/08/2026</a:t>
            </a:fld>
            <a:endParaRPr lang="en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60B8796-7B24-D69E-52CB-8EBF43540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581CDE-7D90-A375-19C6-608034D8A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7E5E3-F7FC-6F43-9640-13FCFEB8249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955677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F23F8B-97EF-F3BD-DB18-C7753EEF68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AEBA00-C423-919E-FE8F-6349083FD8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BAE9DA-F43D-06D0-114D-B483BBB5E7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8A0A3D-14ED-42B6-314C-3DE11FBCC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86F39-1B44-A741-99A2-48A7AC5FFBAB}" type="datetimeFigureOut">
              <a:rPr lang="en-IL" smtClean="0"/>
              <a:t>16/08/2026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F9FDCC-EE46-A272-EC78-2E1A3D501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AEEC1B-652D-62D4-4552-BA2175E17A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7E5E3-F7FC-6F43-9640-13FCFEB8249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0726703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A8039-ECAD-E39E-9373-F1D8C71F86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4BF7627-F1E9-D298-71B1-304ABC346C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7FD106-F61F-A06A-0D09-724FFFCEFF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84ACFC-D998-3685-9FEE-C93A1E0B4C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86F39-1B44-A741-99A2-48A7AC5FFBAB}" type="datetimeFigureOut">
              <a:rPr lang="en-IL" smtClean="0"/>
              <a:t>16/08/2026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D32D16-7EA9-663F-4D71-4A78C01FF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95A69F-7356-75A1-6F0D-3646D8671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7E5E3-F7FC-6F43-9640-13FCFEB8249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6780317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CDC44D-3424-A466-1279-59E1B75F6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078B78-30FF-FCC9-6FBD-2A7336E839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9E960B-0C68-A9E2-7BDA-02B7E1DCD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86F39-1B44-A741-99A2-48A7AC5FFBAB}" type="datetimeFigureOut">
              <a:rPr lang="en-IL" smtClean="0"/>
              <a:t>16/08/2026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F636F9-F91D-8CAD-DE39-D8152D226D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F508A2-948B-A372-0682-BDA0FE3A1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7E5E3-F7FC-6F43-9640-13FCFEB8249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948036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D792C42-4F13-38B3-E325-BCB050DB05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220444-B9C4-CE3E-A67D-9870F81687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A434F8-B579-7BF9-FEF9-31845AF6D9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86F39-1B44-A741-99A2-48A7AC5FFBAB}" type="datetimeFigureOut">
              <a:rPr lang="en-IL" smtClean="0"/>
              <a:t>16/08/2026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C63A37-0080-DB9A-353B-13C6A4D96E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C2165A-A599-D1B0-7EB5-CFC9F7EDE9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7E5E3-F7FC-6F43-9640-13FCFEB8249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6022363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1913071-BA76-9E36-704F-4A3119B773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018A0D-6BE1-C0A4-7C4A-14ABDA66B1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361AD9-77E5-A3DE-973A-64903A95E5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D86F39-1B44-A741-99A2-48A7AC5FFBAB}" type="datetimeFigureOut">
              <a:rPr lang="en-IL" smtClean="0"/>
              <a:t>16/08/2026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FCE032-5A1A-5667-03F4-FF485A649C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740F5B-356F-EA82-C188-53A069FF47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17E5E3-F7FC-6F43-9640-13FCFEB8249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6148475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D15BAD85-457A-0E2F-538A-2305BEB586BB}"/>
              </a:ext>
            </a:extLst>
          </p:cNvPr>
          <p:cNvGrpSpPr/>
          <p:nvPr/>
        </p:nvGrpSpPr>
        <p:grpSpPr>
          <a:xfrm>
            <a:off x="1116209" y="659135"/>
            <a:ext cx="10365981" cy="6195881"/>
            <a:chOff x="1116209" y="659135"/>
            <a:chExt cx="10365981" cy="619588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39D1571-5882-0D22-7E4F-2769D76B8E9D}"/>
                </a:ext>
              </a:extLst>
            </p:cNvPr>
            <p:cNvGrpSpPr/>
            <p:nvPr/>
          </p:nvGrpSpPr>
          <p:grpSpPr>
            <a:xfrm>
              <a:off x="1116209" y="659135"/>
              <a:ext cx="10365981" cy="6195881"/>
              <a:chOff x="1116209" y="659135"/>
              <a:chExt cx="10365981" cy="6195881"/>
            </a:xfrm>
          </p:grpSpPr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6D001F20-F4D5-5C52-A6C7-DB839CCF48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12731"/>
              <a:stretch>
                <a:fillRect/>
              </a:stretch>
            </p:blipFill>
            <p:spPr>
              <a:xfrm>
                <a:off x="3836629" y="3860800"/>
                <a:ext cx="4117200" cy="2994216"/>
              </a:xfrm>
              <a:prstGeom prst="rect">
                <a:avLst/>
              </a:prstGeom>
            </p:spPr>
          </p:pic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4B9C875-E86E-82B7-9093-783360CC07D5}"/>
                  </a:ext>
                </a:extLst>
              </p:cNvPr>
              <p:cNvSpPr txBox="1"/>
              <p:nvPr/>
            </p:nvSpPr>
            <p:spPr>
              <a:xfrm>
                <a:off x="1116209" y="674125"/>
                <a:ext cx="37737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defTabSz="914400" rtl="1" eaLnBrk="1" latinLnBrk="0" hangingPunct="1"/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</a:t>
                </a:r>
                <a:endParaRPr lang="en-IL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AF7E202-C69C-4B74-3DBF-33396CF30E8D}"/>
                  </a:ext>
                </a:extLst>
              </p:cNvPr>
              <p:cNvSpPr txBox="1"/>
              <p:nvPr/>
            </p:nvSpPr>
            <p:spPr>
              <a:xfrm>
                <a:off x="6096000" y="659135"/>
                <a:ext cx="37737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defTabSz="914400" rtl="1" eaLnBrk="1" latinLnBrk="0" hangingPunct="1"/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</a:t>
                </a:r>
                <a:endParaRPr lang="en-IL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0955F1D-E870-0B84-E5E8-69DFA12BFF5D}"/>
                  </a:ext>
                </a:extLst>
              </p:cNvPr>
              <p:cNvSpPr txBox="1"/>
              <p:nvPr/>
            </p:nvSpPr>
            <p:spPr>
              <a:xfrm>
                <a:off x="3705999" y="4060669"/>
                <a:ext cx="37737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defTabSz="914400" rtl="1" eaLnBrk="1" latinLnBrk="0" hangingPunct="1"/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</a:t>
                </a:r>
                <a:endParaRPr lang="en-IL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1AB85CD9-345A-4B8D-5A9B-1D7AA80C478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b="15479"/>
              <a:stretch>
                <a:fillRect/>
              </a:stretch>
            </p:blipFill>
            <p:spPr>
              <a:xfrm>
                <a:off x="6096000" y="1194968"/>
                <a:ext cx="5386190" cy="3034978"/>
              </a:xfrm>
              <a:prstGeom prst="rect">
                <a:avLst/>
              </a:prstGeom>
            </p:spPr>
          </p:pic>
        </p:grpSp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AFE9429E-58A3-20C4-C2BD-533F885424D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93580" y="785560"/>
              <a:ext cx="3727554" cy="310629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32241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Group 44">
            <a:extLst>
              <a:ext uri="{FF2B5EF4-FFF2-40B4-BE49-F238E27FC236}">
                <a16:creationId xmlns:a16="http://schemas.microsoft.com/office/drawing/2014/main" id="{6A0DB4BC-1D16-E4FD-310B-85ED99B12E76}"/>
              </a:ext>
            </a:extLst>
          </p:cNvPr>
          <p:cNvGrpSpPr/>
          <p:nvPr/>
        </p:nvGrpSpPr>
        <p:grpSpPr>
          <a:xfrm>
            <a:off x="1566158" y="1231901"/>
            <a:ext cx="10045273" cy="5038270"/>
            <a:chOff x="1566158" y="1231901"/>
            <a:chExt cx="10045273" cy="503827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1207415-D100-EA36-EF44-2BA16A55A2B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76918" y="3882572"/>
              <a:ext cx="4775198" cy="2387599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CBC80149-EB4D-D16B-E97C-3C08B505C16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31431" y="1231901"/>
              <a:ext cx="5080000" cy="2857500"/>
            </a:xfrm>
            <a:prstGeom prst="rect">
              <a:avLst/>
            </a:prstGeom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3A87B1B5-7F2C-93F3-D49C-6FD953C9329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67547" y="1231901"/>
              <a:ext cx="5080000" cy="2857500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3D4708F8-2BD5-CB28-A1B9-F416761D38D4}"/>
                </a:ext>
              </a:extLst>
            </p:cNvPr>
            <p:cNvSpPr txBox="1"/>
            <p:nvPr/>
          </p:nvSpPr>
          <p:spPr>
            <a:xfrm>
              <a:off x="1566158" y="1246415"/>
              <a:ext cx="37737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defTabSz="914400" rtl="1" eaLnBrk="1" latinLnBrk="0" hangingPunct="1"/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en-IL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4AD6653-53AA-BBBB-8DCC-08BE1B95D929}"/>
                </a:ext>
              </a:extLst>
            </p:cNvPr>
            <p:cNvSpPr txBox="1"/>
            <p:nvPr/>
          </p:nvSpPr>
          <p:spPr>
            <a:xfrm>
              <a:off x="6648936" y="1246415"/>
              <a:ext cx="37737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defTabSz="914400" rtl="1" eaLnBrk="1" latinLnBrk="0" hangingPunct="1"/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en-IL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5D771B09-C920-5F0A-697F-0C13AE89DF9E}"/>
                </a:ext>
              </a:extLst>
            </p:cNvPr>
            <p:cNvSpPr txBox="1"/>
            <p:nvPr/>
          </p:nvSpPr>
          <p:spPr>
            <a:xfrm>
              <a:off x="4107547" y="4007208"/>
              <a:ext cx="37737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defTabSz="914400" rtl="1" eaLnBrk="1" latinLnBrk="0" hangingPunct="1"/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</a:t>
              </a:r>
              <a:endParaRPr lang="en-IL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081203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</TotalTime>
  <Words>6</Words>
  <Application>Microsoft Macintosh PowerPoint</Application>
  <PresentationFormat>Widescreen</PresentationFormat>
  <Paragraphs>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Tal Erdinast</dc:creator>
  <cp:lastModifiedBy>Tal Erdinast</cp:lastModifiedBy>
  <cp:revision>2</cp:revision>
  <dcterms:created xsi:type="dcterms:W3CDTF">2026-08-16T12:49:04Z</dcterms:created>
  <dcterms:modified xsi:type="dcterms:W3CDTF">2026-08-16T15:29:09Z</dcterms:modified>
</cp:coreProperties>
</file>